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61" r:id="rId4"/>
    <p:sldId id="263" r:id="rId5"/>
    <p:sldId id="262" r:id="rId6"/>
    <p:sldId id="264" r:id="rId7"/>
    <p:sldId id="265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C22"/>
    <a:srgbClr val="4AC6E7"/>
    <a:srgbClr val="18A49E"/>
    <a:srgbClr val="117077"/>
    <a:srgbClr val="33333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947" autoAdjust="0"/>
  </p:normalViewPr>
  <p:slideViewPr>
    <p:cSldViewPr snapToGrid="0">
      <p:cViewPr>
        <p:scale>
          <a:sx n="77" d="100"/>
          <a:sy n="77" d="100"/>
        </p:scale>
        <p:origin x="2886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Označba mest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7ABF2-4278-4C65-B7F3-8BE619247933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Označba mest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A9226-EA0E-46D0-B4BF-26E3AB262E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331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/>
              <a:t>Nismo naredili samo aplikacije za generiranje NDA pogodb, ampak tudi orodje, s katerim lahko take in podobne aplikacije naredimo enostavno in hitro kot še nikoli.</a:t>
            </a:r>
            <a:endParaRPr lang="en-GB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A9226-EA0E-46D0-B4BF-26E3AB262E1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136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b="1" u="sng" dirty="0"/>
              <a:t>Avtomatizacija</a:t>
            </a:r>
            <a:r>
              <a:rPr lang="sl-SI" dirty="0"/>
              <a:t> pisanja pravnih dokumentov</a:t>
            </a:r>
          </a:p>
          <a:p>
            <a:r>
              <a:rPr lang="sl-SI" dirty="0"/>
              <a:t>Pravnik mora:</a:t>
            </a:r>
          </a:p>
          <a:p>
            <a:pPr lvl="1"/>
            <a:r>
              <a:rPr lang="sl-SI" dirty="0"/>
              <a:t>Napisati ustrezno oblikovano </a:t>
            </a:r>
            <a:r>
              <a:rPr lang="sl-SI" b="1" u="sng" dirty="0"/>
              <a:t>Word predlogo</a:t>
            </a:r>
          </a:p>
          <a:p>
            <a:pPr lvl="1"/>
            <a:r>
              <a:rPr lang="sl-SI" dirty="0"/>
              <a:t>Pripraviti obrazec z vprašanji, ki nadomesti intervju s pravnikom.</a:t>
            </a:r>
          </a:p>
          <a:p>
            <a:r>
              <a:rPr lang="sl-SI" dirty="0"/>
              <a:t>Aplikacija nato </a:t>
            </a:r>
            <a:r>
              <a:rPr lang="sl-SI" dirty="0" err="1"/>
              <a:t>zgenerira</a:t>
            </a:r>
            <a:r>
              <a:rPr lang="sl-SI" dirty="0"/>
              <a:t> prilagojen pravni dokument </a:t>
            </a:r>
            <a:r>
              <a:rPr lang="sl-SI" b="1" u="sng" dirty="0"/>
              <a:t>(NDA)</a:t>
            </a:r>
          </a:p>
          <a:p>
            <a:endParaRPr lang="sl-SI" dirty="0"/>
          </a:p>
          <a:p>
            <a:endParaRPr lang="sl-SI" dirty="0"/>
          </a:p>
          <a:p>
            <a:endParaRPr lang="en-GB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A9226-EA0E-46D0-B4BF-26E3AB262E1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748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8F6C094-0753-4703-9B4C-4ABB0D4D0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44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FBB500BE-BE5E-4B52-AAE0-4E5CC6479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4389"/>
            <a:ext cx="9144000" cy="102699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 dirty="0"/>
              <a:t>Kliknite, če želite urediti slog podnaslova matrice</a:t>
            </a:r>
            <a:endParaRPr lang="en-GB" dirty="0"/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2A3B12D-7461-4106-8AFF-8116BF6AB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C575-70FB-49C9-837D-81C440CE6BE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43474706-C40B-4704-BE47-3AEE1C042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2A348C3-F65C-4386-BC73-B6A606BB4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CD28-198C-4A19-99F9-88BB8290ADC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aralelogram 6">
            <a:extLst>
              <a:ext uri="{FF2B5EF4-FFF2-40B4-BE49-F238E27FC236}">
                <a16:creationId xmlns:a16="http://schemas.microsoft.com/office/drawing/2014/main" id="{25F934C6-D0BB-42C9-A3A0-2F596C58D8D1}"/>
              </a:ext>
            </a:extLst>
          </p:cNvPr>
          <p:cNvSpPr/>
          <p:nvPr userDrawn="1"/>
        </p:nvSpPr>
        <p:spPr>
          <a:xfrm>
            <a:off x="6241247" y="4036805"/>
            <a:ext cx="4702348" cy="3544529"/>
          </a:xfrm>
          <a:prstGeom prst="parallelogram">
            <a:avLst>
              <a:gd name="adj" fmla="val 95376"/>
            </a:avLst>
          </a:prstGeom>
          <a:solidFill>
            <a:schemeClr val="bg1"/>
          </a:solidFill>
          <a:ln>
            <a:noFill/>
          </a:ln>
          <a:effectLst>
            <a:outerShdw blurRad="393700" dist="406400" dir="2700000" sx="90000" sy="90000" algn="tl" rotWithShape="0">
              <a:prstClr val="black">
                <a:alpha val="6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aralelogram 7">
            <a:extLst>
              <a:ext uri="{FF2B5EF4-FFF2-40B4-BE49-F238E27FC236}">
                <a16:creationId xmlns:a16="http://schemas.microsoft.com/office/drawing/2014/main" id="{E5D6C3D6-7195-4E69-9B9E-418A46E69062}"/>
              </a:ext>
            </a:extLst>
          </p:cNvPr>
          <p:cNvSpPr/>
          <p:nvPr userDrawn="1"/>
        </p:nvSpPr>
        <p:spPr>
          <a:xfrm>
            <a:off x="5100301" y="5533508"/>
            <a:ext cx="9762112" cy="2020529"/>
          </a:xfrm>
          <a:prstGeom prst="parallelogram">
            <a:avLst>
              <a:gd name="adj" fmla="val 92640"/>
            </a:avLst>
          </a:prstGeom>
          <a:gradFill flip="none" rotWithShape="1">
            <a:gsLst>
              <a:gs pos="0">
                <a:srgbClr val="18A49E">
                  <a:alpha val="70000"/>
                </a:srgbClr>
              </a:gs>
              <a:gs pos="100000">
                <a:srgbClr val="002060">
                  <a:alpha val="90000"/>
                </a:srgbClr>
              </a:gs>
            </a:gsLst>
            <a:lin ang="0" scaled="1"/>
            <a:tileRect/>
          </a:gradFill>
          <a:ln>
            <a:noFill/>
          </a:ln>
          <a:effectLst>
            <a:outerShdw blurRad="5207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Paralelogram 8">
            <a:extLst>
              <a:ext uri="{FF2B5EF4-FFF2-40B4-BE49-F238E27FC236}">
                <a16:creationId xmlns:a16="http://schemas.microsoft.com/office/drawing/2014/main" id="{7EE022B6-6984-42EE-8EC6-4751068BC568}"/>
              </a:ext>
            </a:extLst>
          </p:cNvPr>
          <p:cNvSpPr/>
          <p:nvPr userDrawn="1"/>
        </p:nvSpPr>
        <p:spPr>
          <a:xfrm rot="10800000">
            <a:off x="-1773949" y="0"/>
            <a:ext cx="4702348" cy="3544529"/>
          </a:xfrm>
          <a:prstGeom prst="parallelogram">
            <a:avLst>
              <a:gd name="adj" fmla="val 95376"/>
            </a:avLst>
          </a:prstGeom>
          <a:solidFill>
            <a:schemeClr val="bg1"/>
          </a:solidFill>
          <a:ln>
            <a:noFill/>
          </a:ln>
          <a:effectLst>
            <a:outerShdw blurRad="393700" dist="406400" dir="2700000" sx="90000" sy="90000" algn="tl" rotWithShape="0">
              <a:prstClr val="black">
                <a:alpha val="6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Paralelogram 9">
            <a:extLst>
              <a:ext uri="{FF2B5EF4-FFF2-40B4-BE49-F238E27FC236}">
                <a16:creationId xmlns:a16="http://schemas.microsoft.com/office/drawing/2014/main" id="{C4D0D5B9-F988-4B51-8F60-9704812AB05D}"/>
              </a:ext>
            </a:extLst>
          </p:cNvPr>
          <p:cNvSpPr/>
          <p:nvPr userDrawn="1"/>
        </p:nvSpPr>
        <p:spPr>
          <a:xfrm rot="10800000">
            <a:off x="-5692766" y="0"/>
            <a:ext cx="9762112" cy="2020529"/>
          </a:xfrm>
          <a:prstGeom prst="parallelogram">
            <a:avLst>
              <a:gd name="adj" fmla="val 92640"/>
            </a:avLst>
          </a:prstGeom>
          <a:gradFill flip="none" rotWithShape="1">
            <a:gsLst>
              <a:gs pos="0">
                <a:srgbClr val="18A49E">
                  <a:alpha val="70000"/>
                </a:srgbClr>
              </a:gs>
              <a:gs pos="100000">
                <a:srgbClr val="002060">
                  <a:alpha val="90000"/>
                </a:srgbClr>
              </a:gs>
            </a:gsLst>
            <a:lin ang="0" scaled="1"/>
            <a:tileRect/>
          </a:gradFill>
          <a:ln>
            <a:noFill/>
          </a:ln>
          <a:effectLst>
            <a:outerShdw blurRad="5207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582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AB4B92A-FC1E-44BA-A665-07AFCA7D0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04045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7C8E7A9D-46EA-4EB0-9903-91FF63433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7DAABB6F-E734-4F86-ADE2-E27B8A821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C575-70FB-49C9-837D-81C440CE6BE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0DBEE3C-61F5-4BA5-9551-404BE5B11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2D5F9279-AC98-460E-9F1F-9CF023A7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CD28-198C-4A19-99F9-88BB8290ADC5}" type="slidenum">
              <a:rPr lang="en-GB" smtClean="0"/>
              <a:t>‹#›</a:t>
            </a:fld>
            <a:endParaRPr lang="en-GB"/>
          </a:p>
        </p:txBody>
      </p:sp>
      <p:grpSp>
        <p:nvGrpSpPr>
          <p:cNvPr id="11" name="Skupina 10">
            <a:extLst>
              <a:ext uri="{FF2B5EF4-FFF2-40B4-BE49-F238E27FC236}">
                <a16:creationId xmlns:a16="http://schemas.microsoft.com/office/drawing/2014/main" id="{C388CCD6-98DC-42DE-913C-7E4540CED8E3}"/>
              </a:ext>
            </a:extLst>
          </p:cNvPr>
          <p:cNvGrpSpPr/>
          <p:nvPr userDrawn="1"/>
        </p:nvGrpSpPr>
        <p:grpSpPr>
          <a:xfrm flipH="1">
            <a:off x="-5287059" y="-645140"/>
            <a:ext cx="22465865" cy="8540701"/>
            <a:chOff x="-6497983" y="-522311"/>
            <a:chExt cx="22465865" cy="8540701"/>
          </a:xfrm>
        </p:grpSpPr>
        <p:sp>
          <p:nvSpPr>
            <p:cNvPr id="7" name="Paralelogram 6">
              <a:extLst>
                <a:ext uri="{FF2B5EF4-FFF2-40B4-BE49-F238E27FC236}">
                  <a16:creationId xmlns:a16="http://schemas.microsoft.com/office/drawing/2014/main" id="{875C7B28-8BCF-4FD5-8816-2813A2EB0122}"/>
                </a:ext>
              </a:extLst>
            </p:cNvPr>
            <p:cNvSpPr/>
            <p:nvPr userDrawn="1"/>
          </p:nvSpPr>
          <p:spPr>
            <a:xfrm>
              <a:off x="7346716" y="4473861"/>
              <a:ext cx="4702348" cy="3544529"/>
            </a:xfrm>
            <a:prstGeom prst="parallelogram">
              <a:avLst>
                <a:gd name="adj" fmla="val 95376"/>
              </a:avLst>
            </a:prstGeom>
            <a:solidFill>
              <a:schemeClr val="bg1"/>
            </a:solidFill>
            <a:ln>
              <a:noFill/>
            </a:ln>
            <a:effectLst>
              <a:outerShdw blurRad="393700" dist="406400" dir="2700000" sx="90000" sy="90000" algn="tl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Paralelogram 7">
              <a:extLst>
                <a:ext uri="{FF2B5EF4-FFF2-40B4-BE49-F238E27FC236}">
                  <a16:creationId xmlns:a16="http://schemas.microsoft.com/office/drawing/2014/main" id="{1E28D48A-2523-47CA-98F7-3F5A60869F18}"/>
                </a:ext>
              </a:extLst>
            </p:cNvPr>
            <p:cNvSpPr/>
            <p:nvPr userDrawn="1"/>
          </p:nvSpPr>
          <p:spPr>
            <a:xfrm>
              <a:off x="6205770" y="5970564"/>
              <a:ext cx="9762112" cy="2020529"/>
            </a:xfrm>
            <a:prstGeom prst="parallelogram">
              <a:avLst>
                <a:gd name="adj" fmla="val 92640"/>
              </a:avLst>
            </a:prstGeom>
            <a:gradFill flip="none" rotWithShape="1">
              <a:gsLst>
                <a:gs pos="0">
                  <a:srgbClr val="18A49E">
                    <a:alpha val="70000"/>
                  </a:srgbClr>
                </a:gs>
                <a:gs pos="100000">
                  <a:srgbClr val="002060">
                    <a:alpha val="90000"/>
                  </a:srgbClr>
                </a:gs>
              </a:gsLst>
              <a:lin ang="0" scaled="1"/>
              <a:tileRect/>
            </a:gradFill>
            <a:ln>
              <a:noFill/>
            </a:ln>
            <a:effectLst>
              <a:outerShdw blurRad="5207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Paralelogram 8">
              <a:extLst>
                <a:ext uri="{FF2B5EF4-FFF2-40B4-BE49-F238E27FC236}">
                  <a16:creationId xmlns:a16="http://schemas.microsoft.com/office/drawing/2014/main" id="{72E588E5-61CA-47BF-A81B-F21AB33C6B32}"/>
                </a:ext>
              </a:extLst>
            </p:cNvPr>
            <p:cNvSpPr/>
            <p:nvPr userDrawn="1"/>
          </p:nvSpPr>
          <p:spPr>
            <a:xfrm rot="10800000">
              <a:off x="-2579166" y="-522311"/>
              <a:ext cx="4702348" cy="3544529"/>
            </a:xfrm>
            <a:prstGeom prst="parallelogram">
              <a:avLst>
                <a:gd name="adj" fmla="val 95376"/>
              </a:avLst>
            </a:prstGeom>
            <a:solidFill>
              <a:schemeClr val="bg1"/>
            </a:solidFill>
            <a:ln>
              <a:noFill/>
            </a:ln>
            <a:effectLst>
              <a:outerShdw blurRad="393700" dist="406400" dir="2700000" sx="90000" sy="90000" algn="tl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elogram 9">
              <a:extLst>
                <a:ext uri="{FF2B5EF4-FFF2-40B4-BE49-F238E27FC236}">
                  <a16:creationId xmlns:a16="http://schemas.microsoft.com/office/drawing/2014/main" id="{306EFBA4-41EE-439C-83F1-CA195DFA57A2}"/>
                </a:ext>
              </a:extLst>
            </p:cNvPr>
            <p:cNvSpPr/>
            <p:nvPr userDrawn="1"/>
          </p:nvSpPr>
          <p:spPr>
            <a:xfrm rot="10800000">
              <a:off x="-6497983" y="-522311"/>
              <a:ext cx="9762112" cy="2020529"/>
            </a:xfrm>
            <a:prstGeom prst="parallelogram">
              <a:avLst>
                <a:gd name="adj" fmla="val 92640"/>
              </a:avLst>
            </a:prstGeom>
            <a:gradFill flip="none" rotWithShape="1">
              <a:gsLst>
                <a:gs pos="0">
                  <a:srgbClr val="18A49E">
                    <a:alpha val="70000"/>
                  </a:srgbClr>
                </a:gs>
                <a:gs pos="100000">
                  <a:srgbClr val="002060">
                    <a:alpha val="90000"/>
                  </a:srgbClr>
                </a:gs>
              </a:gsLst>
              <a:lin ang="0" scaled="1"/>
              <a:tileRect/>
            </a:gradFill>
            <a:ln>
              <a:noFill/>
            </a:ln>
            <a:effectLst>
              <a:outerShdw blurRad="5207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6600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C3D55CE-A47C-4604-B66A-D159F9ED8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E802E8C5-FAF4-4469-BFF2-BE6328BE2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544A08A1-742C-4447-9724-A9CB1FE5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C575-70FB-49C9-837D-81C440CE6BE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A8B3C939-6593-4CF6-92DE-BD3CFA35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95140191-8C47-447D-8C05-22C65DA81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CD28-198C-4A19-99F9-88BB8290AD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0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0259000-8E15-4190-9BE3-D17801797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63FA6445-32C0-4D2F-92EB-718276889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18E0461B-A74F-4042-870B-2274045CE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8F5ED9C6-F90B-4072-B041-328E0905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C575-70FB-49C9-837D-81C440CE6BE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98767A79-EAE2-4418-A515-27D3453A7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6477924D-3A0C-4F1B-B61D-267EADCD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CD28-198C-4A19-99F9-88BB8290AD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20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8CA83E6-C1C2-4665-8BDB-B76D57CD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C28A4CF-5AE8-43F9-88A6-E08C8AD6D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6C35D0A-B9A0-4933-8DFA-F6709A5AD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3EEBFBEB-E4C2-41E7-9617-FF353054B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D7AB792C-9453-4FBD-8EF3-8B19E844E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9B0429D9-52B3-45B1-B3AB-E46F5B39B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C575-70FB-49C9-837D-81C440CE6BE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57ACFEEF-239D-4D17-89A7-0676C50AA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F3BF72B1-F14D-4FBC-9FFD-A781887F3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CD28-198C-4A19-99F9-88BB8290AD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992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5116C3F-5392-4970-9246-FE6BA0EEF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5E63A888-2863-4C12-9476-0243CE11B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C575-70FB-49C9-837D-81C440CE6BE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D4591932-F092-4A7F-BCDD-6241C50A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2CA0AE01-018D-4E18-8561-7A574AA31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CD28-198C-4A19-99F9-88BB8290AD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005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DE754525-0F69-4074-A3E0-23F0DCF23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C575-70FB-49C9-837D-81C440CE6BE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69F328EB-B7C9-4F5F-94B7-5C440478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3D3F3414-67DA-4990-BDF5-804972315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CD28-198C-4A19-99F9-88BB8290AD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690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05D4648-EE40-472C-AFA6-DD16E8E65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0E52B61-57A8-45B9-B24C-099297D08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BB2C9A8F-6622-4851-AE84-DCA8054E3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F98DEC67-E5BE-417E-8AF5-472AEA232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C575-70FB-49C9-837D-81C440CE6BE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2C8EDBE3-6D62-4FA3-8B48-DE1EA611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38AF9FAA-F5E4-4745-9F65-9EB8CD97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CD28-198C-4A19-99F9-88BB8290AD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749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FB44576-422C-44BF-8A17-ED9F76F7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64D1EF33-370A-4B1C-8EA9-0721CA689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3B4EA813-E840-454D-B056-ECBE36CDC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83C1893D-6308-4F67-B77A-1A9DF6B0A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C575-70FB-49C9-837D-81C440CE6BE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ED4B9330-CCD4-4B68-A710-BCDAB8FEF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A23D7F18-09FB-46D9-A1D3-7F3CFFD0F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CD28-198C-4A19-99F9-88BB8290AD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582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226077A-5EE2-4599-849B-CD2AE98B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94987119-DBC3-45BE-AD79-1A2E602AF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494D4AB6-5B39-4C65-B063-51751A11D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C575-70FB-49C9-837D-81C440CE6BE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B1018962-367D-45B3-AE44-C21ED993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91A40C4D-DAD1-4BA2-98E0-FC47333E6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CD28-198C-4A19-99F9-88BB8290AD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64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8DF3C36A-5BEB-49DD-B513-BA8B0BB809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ACF3A4AF-6577-4B36-8BDE-FB7FD9F86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60A97351-CF87-478F-8E2E-CDC773C3C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C575-70FB-49C9-837D-81C440CE6BE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A33E6A26-3E04-4973-A715-55686C8C7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4AC671BF-5F43-42ED-8896-7108F0BA8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CD28-198C-4A19-99F9-88BB8290AD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64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96F90A3C-2820-4313-BC3D-7F3C9DED6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4E409657-E1D1-4128-BAA5-5F7890542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8A93FF47-BE18-4E57-812E-70732D75F5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DC575-70FB-49C9-837D-81C440CE6BE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4890C648-0AF9-4CB6-A0AA-C7401109D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C01D384A-ADAF-4F90-A51B-44977F9A1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5CD28-198C-4A19-99F9-88BB8290AD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534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Naslov 1">
            <a:extLst>
              <a:ext uri="{FF2B5EF4-FFF2-40B4-BE49-F238E27FC236}">
                <a16:creationId xmlns:a16="http://schemas.microsoft.com/office/drawing/2014/main" id="{FE20BD64-0A8B-4F49-9E4D-EB458B0140CC}"/>
              </a:ext>
            </a:extLst>
          </p:cNvPr>
          <p:cNvSpPr txBox="1">
            <a:spLocks/>
          </p:cNvSpPr>
          <p:nvPr/>
        </p:nvSpPr>
        <p:spPr>
          <a:xfrm>
            <a:off x="3274905" y="1176702"/>
            <a:ext cx="5932682" cy="31488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l-SI" sz="17900" b="1" dirty="0">
                <a:solidFill>
                  <a:srgbClr val="0B1C22"/>
                </a:solidFill>
              </a:rPr>
              <a:t>LLA</a:t>
            </a:r>
            <a:endParaRPr lang="en-GB" sz="17900" i="1" dirty="0">
              <a:solidFill>
                <a:srgbClr val="0B1C22"/>
              </a:solidFill>
              <a:latin typeface="+mn-lt"/>
            </a:endParaRPr>
          </a:p>
        </p:txBody>
      </p:sp>
      <p:pic>
        <p:nvPicPr>
          <p:cNvPr id="1026" name="Picture 2" descr="EN | DocuWise">
            <a:extLst>
              <a:ext uri="{FF2B5EF4-FFF2-40B4-BE49-F238E27FC236}">
                <a16:creationId xmlns:a16="http://schemas.microsoft.com/office/drawing/2014/main" id="{DD19B685-53F3-46DE-AE08-549CBF309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399" y="0"/>
            <a:ext cx="3994601" cy="104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PoljeZBesedilom 26">
            <a:extLst>
              <a:ext uri="{FF2B5EF4-FFF2-40B4-BE49-F238E27FC236}">
                <a16:creationId xmlns:a16="http://schemas.microsoft.com/office/drawing/2014/main" id="{EE44C8DA-3F68-4850-A369-93309F412F48}"/>
              </a:ext>
            </a:extLst>
          </p:cNvPr>
          <p:cNvSpPr txBox="1"/>
          <p:nvPr/>
        </p:nvSpPr>
        <p:spPr>
          <a:xfrm>
            <a:off x="4207729" y="3877525"/>
            <a:ext cx="40670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l-SI" sz="2400" i="1" dirty="0">
                <a:solidFill>
                  <a:srgbClr val="0B1C22"/>
                </a:solidFill>
                <a:latin typeface="+mn-lt"/>
              </a:rPr>
              <a:t>LegendaryLegalAsistent</a:t>
            </a:r>
            <a:endParaRPr lang="en-GB" sz="2400" dirty="0"/>
          </a:p>
        </p:txBody>
      </p:sp>
      <p:sp>
        <p:nvSpPr>
          <p:cNvPr id="29" name="PoljeZBesedilom 28">
            <a:extLst>
              <a:ext uri="{FF2B5EF4-FFF2-40B4-BE49-F238E27FC236}">
                <a16:creationId xmlns:a16="http://schemas.microsoft.com/office/drawing/2014/main" id="{B7A1ABC2-C30F-452E-8C8C-675F7B06EFF9}"/>
              </a:ext>
            </a:extLst>
          </p:cNvPr>
          <p:cNvSpPr txBox="1"/>
          <p:nvPr/>
        </p:nvSpPr>
        <p:spPr>
          <a:xfrm>
            <a:off x="3996720" y="4516762"/>
            <a:ext cx="22413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Bokal Gregor</a:t>
            </a:r>
          </a:p>
          <a:p>
            <a:r>
              <a:rPr lang="sl-SI" dirty="0"/>
              <a:t>Knez David</a:t>
            </a:r>
          </a:p>
          <a:p>
            <a:r>
              <a:rPr lang="sl-SI" dirty="0" err="1"/>
              <a:t>Punoševac</a:t>
            </a:r>
            <a:r>
              <a:rPr lang="sl-SI" dirty="0"/>
              <a:t> Nikola</a:t>
            </a:r>
            <a:endParaRPr lang="en-GB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B739797-773C-4E2B-B901-4AC692CCF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7" y="5944522"/>
            <a:ext cx="3288141" cy="756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074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N | DocuWise">
            <a:extLst>
              <a:ext uri="{FF2B5EF4-FFF2-40B4-BE49-F238E27FC236}">
                <a16:creationId xmlns:a16="http://schemas.microsoft.com/office/drawing/2014/main" id="{DDF23B7C-E1AB-4226-B088-196CF716B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603" y="2291447"/>
            <a:ext cx="8705929" cy="2275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ravokotnik: zaokroženi vogali 20">
            <a:extLst>
              <a:ext uri="{FF2B5EF4-FFF2-40B4-BE49-F238E27FC236}">
                <a16:creationId xmlns:a16="http://schemas.microsoft.com/office/drawing/2014/main" id="{FC9973BD-BFB7-441C-8F83-8932587F8A6E}"/>
              </a:ext>
            </a:extLst>
          </p:cNvPr>
          <p:cNvSpPr/>
          <p:nvPr/>
        </p:nvSpPr>
        <p:spPr>
          <a:xfrm>
            <a:off x="7162442" y="4379477"/>
            <a:ext cx="4136034" cy="1720698"/>
          </a:xfrm>
          <a:prstGeom prst="roundRect">
            <a:avLst>
              <a:gd name="adj" fmla="val 21145"/>
            </a:avLst>
          </a:prstGeom>
          <a:gradFill flip="none" rotWithShape="1">
            <a:gsLst>
              <a:gs pos="100000">
                <a:srgbClr val="09709C"/>
              </a:gs>
              <a:gs pos="0">
                <a:srgbClr val="18A49E"/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sl-SI" sz="3600" b="1" dirty="0"/>
              <a:t>Avtomatizacija pisanja pravnih dokumentov</a:t>
            </a:r>
            <a:endParaRPr lang="en-GB" sz="3600" b="1" dirty="0"/>
          </a:p>
        </p:txBody>
      </p:sp>
    </p:spTree>
    <p:extLst>
      <p:ext uri="{BB962C8B-B14F-4D97-AF65-F5344CB8AC3E}">
        <p14:creationId xmlns:p14="http://schemas.microsoft.com/office/powerpoint/2010/main" val="1125727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kupina 3">
            <a:extLst>
              <a:ext uri="{FF2B5EF4-FFF2-40B4-BE49-F238E27FC236}">
                <a16:creationId xmlns:a16="http://schemas.microsoft.com/office/drawing/2014/main" id="{84F9E4B9-F091-4BD1-90A8-5A4DF3A3088D}"/>
              </a:ext>
            </a:extLst>
          </p:cNvPr>
          <p:cNvGrpSpPr/>
          <p:nvPr/>
        </p:nvGrpSpPr>
        <p:grpSpPr>
          <a:xfrm>
            <a:off x="4001178" y="2204581"/>
            <a:ext cx="3735950" cy="4158644"/>
            <a:chOff x="4001179" y="2480153"/>
            <a:chExt cx="3735950" cy="4158644"/>
          </a:xfrm>
        </p:grpSpPr>
        <p:pic>
          <p:nvPicPr>
            <p:cNvPr id="5" name="Slika 4">
              <a:extLst>
                <a:ext uri="{FF2B5EF4-FFF2-40B4-BE49-F238E27FC236}">
                  <a16:creationId xmlns:a16="http://schemas.microsoft.com/office/drawing/2014/main" id="{5FA15BF9-D68C-469D-A058-9413FA00F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01179" y="2480153"/>
              <a:ext cx="3456836" cy="415864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Pravokotnik: zaokroženi vogali 5">
              <a:extLst>
                <a:ext uri="{FF2B5EF4-FFF2-40B4-BE49-F238E27FC236}">
                  <a16:creationId xmlns:a16="http://schemas.microsoft.com/office/drawing/2014/main" id="{072BF3AD-A1A7-484D-BEEE-1FB189F63031}"/>
                </a:ext>
              </a:extLst>
            </p:cNvPr>
            <p:cNvSpPr/>
            <p:nvPr/>
          </p:nvSpPr>
          <p:spPr>
            <a:xfrm>
              <a:off x="5922366" y="4842940"/>
              <a:ext cx="1814763" cy="849575"/>
            </a:xfrm>
            <a:prstGeom prst="roundRect">
              <a:avLst>
                <a:gd name="adj" fmla="val 21145"/>
              </a:avLst>
            </a:prstGeom>
            <a:gradFill flip="none" rotWithShape="1">
              <a:gsLst>
                <a:gs pos="100000">
                  <a:srgbClr val="09709C"/>
                </a:gs>
                <a:gs pos="0">
                  <a:srgbClr val="18A49E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l-SI" sz="3600" b="1" dirty="0"/>
                <a:t>DOCX</a:t>
              </a:r>
              <a:endParaRPr lang="en-GB" sz="3600" b="1" dirty="0"/>
            </a:p>
          </p:txBody>
        </p:sp>
      </p:grpSp>
      <p:pic>
        <p:nvPicPr>
          <p:cNvPr id="7" name="Picture 2" descr="EN | DocuWise">
            <a:extLst>
              <a:ext uri="{FF2B5EF4-FFF2-40B4-BE49-F238E27FC236}">
                <a16:creationId xmlns:a16="http://schemas.microsoft.com/office/drawing/2014/main" id="{18294C5A-5DDF-44F8-9757-69C82EE69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95" y="118995"/>
            <a:ext cx="6608367" cy="1726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8366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EN | DocuWise">
            <a:extLst>
              <a:ext uri="{FF2B5EF4-FFF2-40B4-BE49-F238E27FC236}">
                <a16:creationId xmlns:a16="http://schemas.microsoft.com/office/drawing/2014/main" id="{18294C5A-5DDF-44F8-9757-69C82EE69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95" y="118995"/>
            <a:ext cx="6608367" cy="1726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Slika 2">
            <a:extLst>
              <a:ext uri="{FF2B5EF4-FFF2-40B4-BE49-F238E27FC236}">
                <a16:creationId xmlns:a16="http://schemas.microsoft.com/office/drawing/2014/main" id="{7584C5C2-E94A-43AE-8B30-3A6CD01F9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310" y="2130301"/>
            <a:ext cx="7278949" cy="4226657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Pravokotnik: zaokroženi vogali 9">
            <a:extLst>
              <a:ext uri="{FF2B5EF4-FFF2-40B4-BE49-F238E27FC236}">
                <a16:creationId xmlns:a16="http://schemas.microsoft.com/office/drawing/2014/main" id="{84F5D2A8-03EE-4BC6-A644-9B6C6E41B4C2}"/>
              </a:ext>
            </a:extLst>
          </p:cNvPr>
          <p:cNvSpPr/>
          <p:nvPr/>
        </p:nvSpPr>
        <p:spPr>
          <a:xfrm>
            <a:off x="7665929" y="4880518"/>
            <a:ext cx="2746584" cy="849575"/>
          </a:xfrm>
          <a:prstGeom prst="roundRect">
            <a:avLst>
              <a:gd name="adj" fmla="val 21145"/>
            </a:avLst>
          </a:prstGeom>
          <a:gradFill flip="none" rotWithShape="1">
            <a:gsLst>
              <a:gs pos="100000">
                <a:srgbClr val="09709C"/>
              </a:gs>
              <a:gs pos="0">
                <a:srgbClr val="18A49E"/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l-SI" sz="3600" b="1" dirty="0"/>
              <a:t>Vprašanja</a:t>
            </a:r>
            <a:endParaRPr lang="en-GB" sz="3600" b="1" dirty="0"/>
          </a:p>
        </p:txBody>
      </p:sp>
    </p:spTree>
    <p:extLst>
      <p:ext uri="{BB962C8B-B14F-4D97-AF65-F5344CB8AC3E}">
        <p14:creationId xmlns:p14="http://schemas.microsoft.com/office/powerpoint/2010/main" val="783441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N | DocuWise">
            <a:extLst>
              <a:ext uri="{FF2B5EF4-FFF2-40B4-BE49-F238E27FC236}">
                <a16:creationId xmlns:a16="http://schemas.microsoft.com/office/drawing/2014/main" id="{CB6F0E7A-91BA-4C25-AA5A-A13E72F42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95" y="118995"/>
            <a:ext cx="6608367" cy="1726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666CCA0B-CE91-42E2-BBA0-C4308FB474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883F93C9-6228-4815-AE10-89A837E1C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703" y="2127776"/>
            <a:ext cx="8073793" cy="3559040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Pravokotnik: zaokroženi vogali 8">
            <a:extLst>
              <a:ext uri="{FF2B5EF4-FFF2-40B4-BE49-F238E27FC236}">
                <a16:creationId xmlns:a16="http://schemas.microsoft.com/office/drawing/2014/main" id="{02662BE5-CE5A-4921-B341-ACC5939F5597}"/>
              </a:ext>
            </a:extLst>
          </p:cNvPr>
          <p:cNvSpPr/>
          <p:nvPr/>
        </p:nvSpPr>
        <p:spPr>
          <a:xfrm>
            <a:off x="7665929" y="4880518"/>
            <a:ext cx="2746584" cy="849575"/>
          </a:xfrm>
          <a:prstGeom prst="roundRect">
            <a:avLst>
              <a:gd name="adj" fmla="val 21145"/>
            </a:avLst>
          </a:prstGeom>
          <a:gradFill flip="none" rotWithShape="1">
            <a:gsLst>
              <a:gs pos="100000">
                <a:srgbClr val="09709C"/>
              </a:gs>
              <a:gs pos="0">
                <a:srgbClr val="18A49E"/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l-SI" sz="3600" b="1" dirty="0"/>
              <a:t>Intervju</a:t>
            </a:r>
            <a:endParaRPr lang="en-GB" sz="3600" b="1" dirty="0"/>
          </a:p>
        </p:txBody>
      </p:sp>
    </p:spTree>
    <p:extLst>
      <p:ext uri="{BB962C8B-B14F-4D97-AF65-F5344CB8AC3E}">
        <p14:creationId xmlns:p14="http://schemas.microsoft.com/office/powerpoint/2010/main" val="3717088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7B1091F-B3E1-469F-9134-D30CE1BA03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4"/>
          <a:stretch/>
        </p:blipFill>
        <p:spPr bwMode="auto">
          <a:xfrm>
            <a:off x="0" y="1355247"/>
            <a:ext cx="12192000" cy="550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2E5C44E-DBEC-4B8A-BE95-21B4DC1E6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2119" y="-394464"/>
            <a:ext cx="4783703" cy="212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47662BB2-5F4A-48A4-80A4-239311DA7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662" y="0"/>
            <a:ext cx="3708318" cy="12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09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>
            <a:extLst>
              <a:ext uri="{FF2B5EF4-FFF2-40B4-BE49-F238E27FC236}">
                <a16:creationId xmlns:a16="http://schemas.microsoft.com/office/drawing/2014/main" id="{82E5C44E-DBEC-4B8A-BE95-21B4DC1E6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2119" y="-394464"/>
            <a:ext cx="4783703" cy="212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3F28DC09-F198-40D0-BE3A-F7AD6AA1B9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33"/>
          <a:stretch/>
        </p:blipFill>
        <p:spPr>
          <a:xfrm>
            <a:off x="0" y="1123560"/>
            <a:ext cx="12192000" cy="573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834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>
            <a:extLst>
              <a:ext uri="{FF2B5EF4-FFF2-40B4-BE49-F238E27FC236}">
                <a16:creationId xmlns:a16="http://schemas.microsoft.com/office/drawing/2014/main" id="{82E5C44E-DBEC-4B8A-BE95-21B4DC1E6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2119" y="-394464"/>
            <a:ext cx="4783703" cy="212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uščica: krožno 3">
            <a:extLst>
              <a:ext uri="{FF2B5EF4-FFF2-40B4-BE49-F238E27FC236}">
                <a16:creationId xmlns:a16="http://schemas.microsoft.com/office/drawing/2014/main" id="{A7AC3834-A171-4C28-BC81-8F828AEECEA4}"/>
              </a:ext>
            </a:extLst>
          </p:cNvPr>
          <p:cNvSpPr/>
          <p:nvPr/>
        </p:nvSpPr>
        <p:spPr>
          <a:xfrm flipV="1">
            <a:off x="1775946" y="1524594"/>
            <a:ext cx="4569524" cy="4555934"/>
          </a:xfrm>
          <a:prstGeom prst="circularArrow">
            <a:avLst>
              <a:gd name="adj1" fmla="val 12792"/>
              <a:gd name="adj2" fmla="val 1129527"/>
              <a:gd name="adj3" fmla="val 19677329"/>
              <a:gd name="adj4" fmla="val 10679014"/>
              <a:gd name="adj5" fmla="val 125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grpSp>
        <p:nvGrpSpPr>
          <p:cNvPr id="5" name="Skupina 4">
            <a:extLst>
              <a:ext uri="{FF2B5EF4-FFF2-40B4-BE49-F238E27FC236}">
                <a16:creationId xmlns:a16="http://schemas.microsoft.com/office/drawing/2014/main" id="{0314B14E-D4F5-4D5C-BB37-0C581470EA42}"/>
              </a:ext>
            </a:extLst>
          </p:cNvPr>
          <p:cNvGrpSpPr/>
          <p:nvPr/>
        </p:nvGrpSpPr>
        <p:grpSpPr>
          <a:xfrm>
            <a:off x="2985535" y="4056238"/>
            <a:ext cx="1686684" cy="1252853"/>
            <a:chOff x="6436076" y="2812655"/>
            <a:chExt cx="1171221" cy="86997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" name="Pravokotnik: zaokroženi vogali 5">
              <a:extLst>
                <a:ext uri="{FF2B5EF4-FFF2-40B4-BE49-F238E27FC236}">
                  <a16:creationId xmlns:a16="http://schemas.microsoft.com/office/drawing/2014/main" id="{B19ED878-6FE6-47DB-B918-AC6E837E2911}"/>
                </a:ext>
              </a:extLst>
            </p:cNvPr>
            <p:cNvSpPr/>
            <p:nvPr/>
          </p:nvSpPr>
          <p:spPr>
            <a:xfrm>
              <a:off x="6436076" y="3130680"/>
              <a:ext cx="1171221" cy="339070"/>
            </a:xfrm>
            <a:prstGeom prst="roundRect">
              <a:avLst>
                <a:gd name="adj" fmla="val 32903"/>
              </a:avLst>
            </a:prstGeom>
            <a:solidFill>
              <a:srgbClr val="18A4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Pravokotnik: zaokroženi vogali 6">
              <a:extLst>
                <a:ext uri="{FF2B5EF4-FFF2-40B4-BE49-F238E27FC236}">
                  <a16:creationId xmlns:a16="http://schemas.microsoft.com/office/drawing/2014/main" id="{4F4BD8C9-43B0-4A4C-AB34-B116B826D1A2}"/>
                </a:ext>
              </a:extLst>
            </p:cNvPr>
            <p:cNvSpPr/>
            <p:nvPr/>
          </p:nvSpPr>
          <p:spPr>
            <a:xfrm>
              <a:off x="6513688" y="2917805"/>
              <a:ext cx="1016001" cy="764822"/>
            </a:xfrm>
            <a:prstGeom prst="roundRect">
              <a:avLst>
                <a:gd name="adj" fmla="val 32903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Pravokotnik: zaokroženi vogali 7">
              <a:extLst>
                <a:ext uri="{FF2B5EF4-FFF2-40B4-BE49-F238E27FC236}">
                  <a16:creationId xmlns:a16="http://schemas.microsoft.com/office/drawing/2014/main" id="{01DD543B-592C-40EF-BA41-58690102D2F1}"/>
                </a:ext>
              </a:extLst>
            </p:cNvPr>
            <p:cNvSpPr/>
            <p:nvPr/>
          </p:nvSpPr>
          <p:spPr>
            <a:xfrm>
              <a:off x="6663265" y="3082743"/>
              <a:ext cx="716845" cy="434945"/>
            </a:xfrm>
            <a:prstGeom prst="roundRect">
              <a:avLst>
                <a:gd name="adj" fmla="val 32903"/>
              </a:avLst>
            </a:prstGeom>
            <a:solidFill>
              <a:srgbClr val="18A4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Elipsa 8">
              <a:extLst>
                <a:ext uri="{FF2B5EF4-FFF2-40B4-BE49-F238E27FC236}">
                  <a16:creationId xmlns:a16="http://schemas.microsoft.com/office/drawing/2014/main" id="{2B872CB8-8F0F-4AFA-AFCB-4A2E5B57813E}"/>
                </a:ext>
              </a:extLst>
            </p:cNvPr>
            <p:cNvSpPr/>
            <p:nvPr/>
          </p:nvSpPr>
          <p:spPr>
            <a:xfrm>
              <a:off x="6749165" y="3184341"/>
              <a:ext cx="231750" cy="231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Elipsa 9">
              <a:extLst>
                <a:ext uri="{FF2B5EF4-FFF2-40B4-BE49-F238E27FC236}">
                  <a16:creationId xmlns:a16="http://schemas.microsoft.com/office/drawing/2014/main" id="{8D6CC878-68CD-4F50-9550-1E5D67302648}"/>
                </a:ext>
              </a:extLst>
            </p:cNvPr>
            <p:cNvSpPr/>
            <p:nvPr/>
          </p:nvSpPr>
          <p:spPr>
            <a:xfrm>
              <a:off x="7066814" y="3184341"/>
              <a:ext cx="231750" cy="231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Elipsa 10">
              <a:extLst>
                <a:ext uri="{FF2B5EF4-FFF2-40B4-BE49-F238E27FC236}">
                  <a16:creationId xmlns:a16="http://schemas.microsoft.com/office/drawing/2014/main" id="{B03D9068-8A01-46E1-85D2-6B8F1FC64F5D}"/>
                </a:ext>
              </a:extLst>
            </p:cNvPr>
            <p:cNvSpPr/>
            <p:nvPr/>
          </p:nvSpPr>
          <p:spPr>
            <a:xfrm>
              <a:off x="6924621" y="2812655"/>
              <a:ext cx="194130" cy="19413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Skupina 11">
            <a:extLst>
              <a:ext uri="{FF2B5EF4-FFF2-40B4-BE49-F238E27FC236}">
                <a16:creationId xmlns:a16="http://schemas.microsoft.com/office/drawing/2014/main" id="{D6867BC7-1AA2-4F70-B774-E1CD230F7734}"/>
              </a:ext>
            </a:extLst>
          </p:cNvPr>
          <p:cNvGrpSpPr/>
          <p:nvPr/>
        </p:nvGrpSpPr>
        <p:grpSpPr>
          <a:xfrm>
            <a:off x="1210103" y="2555864"/>
            <a:ext cx="1758294" cy="1746271"/>
            <a:chOff x="4430973" y="2650951"/>
            <a:chExt cx="1557155" cy="1546508"/>
          </a:xfrm>
        </p:grpSpPr>
        <p:sp>
          <p:nvSpPr>
            <p:cNvPr id="13" name="Pravokotnik: zaokroženi vogali 12">
              <a:extLst>
                <a:ext uri="{FF2B5EF4-FFF2-40B4-BE49-F238E27FC236}">
                  <a16:creationId xmlns:a16="http://schemas.microsoft.com/office/drawing/2014/main" id="{4C269820-FF60-4FBD-AA3F-80536BEB046C}"/>
                </a:ext>
              </a:extLst>
            </p:cNvPr>
            <p:cNvSpPr/>
            <p:nvPr/>
          </p:nvSpPr>
          <p:spPr>
            <a:xfrm>
              <a:off x="4649164" y="2650951"/>
              <a:ext cx="1338964" cy="1546508"/>
            </a:xfrm>
            <a:prstGeom prst="roundRect">
              <a:avLst>
                <a:gd name="adj" fmla="val 21145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14" name="Pravokotnik: zaokroženi vogali 13">
              <a:extLst>
                <a:ext uri="{FF2B5EF4-FFF2-40B4-BE49-F238E27FC236}">
                  <a16:creationId xmlns:a16="http://schemas.microsoft.com/office/drawing/2014/main" id="{49A4EA22-F1C9-42C7-83E4-1D50DA29F180}"/>
                </a:ext>
              </a:extLst>
            </p:cNvPr>
            <p:cNvSpPr/>
            <p:nvPr/>
          </p:nvSpPr>
          <p:spPr>
            <a:xfrm>
              <a:off x="4430973" y="3424205"/>
              <a:ext cx="1186564" cy="555486"/>
            </a:xfrm>
            <a:prstGeom prst="roundRect">
              <a:avLst>
                <a:gd name="adj" fmla="val 21145"/>
              </a:avLst>
            </a:prstGeom>
            <a:gradFill flip="none" rotWithShape="1">
              <a:gsLst>
                <a:gs pos="100000">
                  <a:srgbClr val="09709C"/>
                </a:gs>
                <a:gs pos="0">
                  <a:srgbClr val="18A49E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l-SI" sz="2400" b="1" dirty="0"/>
                <a:t>DOCX</a:t>
              </a:r>
              <a:endParaRPr lang="en-GB" sz="2400" b="1" dirty="0"/>
            </a:p>
          </p:txBody>
        </p:sp>
      </p:grpSp>
      <p:sp>
        <p:nvSpPr>
          <p:cNvPr id="15" name="PoljeZBesedilom 14">
            <a:extLst>
              <a:ext uri="{FF2B5EF4-FFF2-40B4-BE49-F238E27FC236}">
                <a16:creationId xmlns:a16="http://schemas.microsoft.com/office/drawing/2014/main" id="{6C660420-1C4D-4E29-928C-9FC022077B08}"/>
              </a:ext>
            </a:extLst>
          </p:cNvPr>
          <p:cNvSpPr txBox="1"/>
          <p:nvPr/>
        </p:nvSpPr>
        <p:spPr>
          <a:xfrm>
            <a:off x="3176084" y="5607215"/>
            <a:ext cx="184858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6000" b="1" dirty="0">
                <a:solidFill>
                  <a:srgbClr val="0B1C22"/>
                </a:solidFill>
              </a:rPr>
              <a:t>LLM</a:t>
            </a:r>
            <a:endParaRPr lang="en-GB" sz="6000" b="1" dirty="0">
              <a:solidFill>
                <a:srgbClr val="0B1C22"/>
              </a:solidFill>
            </a:endParaRPr>
          </a:p>
        </p:txBody>
      </p:sp>
      <p:sp>
        <p:nvSpPr>
          <p:cNvPr id="16" name="Puščica: krožno 15">
            <a:extLst>
              <a:ext uri="{FF2B5EF4-FFF2-40B4-BE49-F238E27FC236}">
                <a16:creationId xmlns:a16="http://schemas.microsoft.com/office/drawing/2014/main" id="{BC3B9AA6-AF09-4B10-AF79-356948426F44}"/>
              </a:ext>
            </a:extLst>
          </p:cNvPr>
          <p:cNvSpPr/>
          <p:nvPr/>
        </p:nvSpPr>
        <p:spPr>
          <a:xfrm>
            <a:off x="5419643" y="982244"/>
            <a:ext cx="4569524" cy="4555934"/>
          </a:xfrm>
          <a:prstGeom prst="circularArrow">
            <a:avLst>
              <a:gd name="adj1" fmla="val 13005"/>
              <a:gd name="adj2" fmla="val 1129527"/>
              <a:gd name="adj3" fmla="val 19116609"/>
              <a:gd name="adj4" fmla="val 10679014"/>
              <a:gd name="adj5" fmla="val 125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grpSp>
        <p:nvGrpSpPr>
          <p:cNvPr id="17" name="Skupina 16">
            <a:extLst>
              <a:ext uri="{FF2B5EF4-FFF2-40B4-BE49-F238E27FC236}">
                <a16:creationId xmlns:a16="http://schemas.microsoft.com/office/drawing/2014/main" id="{96B5C42C-161A-407F-AA30-AC0361CDF1E3}"/>
              </a:ext>
            </a:extLst>
          </p:cNvPr>
          <p:cNvGrpSpPr/>
          <p:nvPr/>
        </p:nvGrpSpPr>
        <p:grpSpPr>
          <a:xfrm>
            <a:off x="4858296" y="2555863"/>
            <a:ext cx="1758294" cy="1746271"/>
            <a:chOff x="4430973" y="2650951"/>
            <a:chExt cx="1557155" cy="1546508"/>
          </a:xfrm>
        </p:grpSpPr>
        <p:sp>
          <p:nvSpPr>
            <p:cNvPr id="18" name="Pravokotnik: zaokroženi vogali 17">
              <a:extLst>
                <a:ext uri="{FF2B5EF4-FFF2-40B4-BE49-F238E27FC236}">
                  <a16:creationId xmlns:a16="http://schemas.microsoft.com/office/drawing/2014/main" id="{A584791E-2B13-4627-B90B-3892CF10AC21}"/>
                </a:ext>
              </a:extLst>
            </p:cNvPr>
            <p:cNvSpPr/>
            <p:nvPr/>
          </p:nvSpPr>
          <p:spPr>
            <a:xfrm>
              <a:off x="4649164" y="2650951"/>
              <a:ext cx="1338964" cy="1546508"/>
            </a:xfrm>
            <a:prstGeom prst="roundRect">
              <a:avLst>
                <a:gd name="adj" fmla="val 21145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/>
            </a:p>
          </p:txBody>
        </p:sp>
        <p:sp>
          <p:nvSpPr>
            <p:cNvPr id="19" name="Pravokotnik: zaokroženi vogali 18">
              <a:extLst>
                <a:ext uri="{FF2B5EF4-FFF2-40B4-BE49-F238E27FC236}">
                  <a16:creationId xmlns:a16="http://schemas.microsoft.com/office/drawing/2014/main" id="{BB1EBB0A-A296-4551-9040-22B1273F8562}"/>
                </a:ext>
              </a:extLst>
            </p:cNvPr>
            <p:cNvSpPr/>
            <p:nvPr/>
          </p:nvSpPr>
          <p:spPr>
            <a:xfrm>
              <a:off x="4430973" y="3424205"/>
              <a:ext cx="1186564" cy="555486"/>
            </a:xfrm>
            <a:prstGeom prst="roundRect">
              <a:avLst>
                <a:gd name="adj" fmla="val 21145"/>
              </a:avLst>
            </a:prstGeom>
            <a:gradFill flip="none" rotWithShape="1">
              <a:gsLst>
                <a:gs pos="0">
                  <a:srgbClr val="55BA77"/>
                </a:gs>
                <a:gs pos="100000">
                  <a:srgbClr val="18A49E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l-SI" sz="2400" b="1" dirty="0"/>
                <a:t>JSON</a:t>
              </a:r>
              <a:endParaRPr lang="en-GB" sz="2400" b="1" dirty="0"/>
            </a:p>
          </p:txBody>
        </p:sp>
      </p:grpSp>
      <p:grpSp>
        <p:nvGrpSpPr>
          <p:cNvPr id="20" name="Skupina 19">
            <a:extLst>
              <a:ext uri="{FF2B5EF4-FFF2-40B4-BE49-F238E27FC236}">
                <a16:creationId xmlns:a16="http://schemas.microsoft.com/office/drawing/2014/main" id="{3C809FEC-3450-4125-8684-A938AECF6B63}"/>
              </a:ext>
            </a:extLst>
          </p:cNvPr>
          <p:cNvGrpSpPr/>
          <p:nvPr/>
        </p:nvGrpSpPr>
        <p:grpSpPr>
          <a:xfrm>
            <a:off x="6766429" y="781498"/>
            <a:ext cx="1637247" cy="1654604"/>
            <a:chOff x="4410402" y="-496872"/>
            <a:chExt cx="2853216" cy="2883464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1" name="Prostoročno: oblika 20">
              <a:extLst>
                <a:ext uri="{FF2B5EF4-FFF2-40B4-BE49-F238E27FC236}">
                  <a16:creationId xmlns:a16="http://schemas.microsoft.com/office/drawing/2014/main" id="{CF97425B-5E6F-412D-8635-783A6F39A371}"/>
                </a:ext>
              </a:extLst>
            </p:cNvPr>
            <p:cNvSpPr/>
            <p:nvPr/>
          </p:nvSpPr>
          <p:spPr>
            <a:xfrm>
              <a:off x="4410402" y="-496872"/>
              <a:ext cx="2112260" cy="2131927"/>
            </a:xfrm>
            <a:custGeom>
              <a:avLst/>
              <a:gdLst>
                <a:gd name="connsiteX0" fmla="*/ 1409616 w 2112260"/>
                <a:gd name="connsiteY0" fmla="*/ 25 h 2131927"/>
                <a:gd name="connsiteX1" fmla="*/ 1080766 w 2112260"/>
                <a:gd name="connsiteY1" fmla="*/ 28093 h 2131927"/>
                <a:gd name="connsiteX2" fmla="*/ 736669 w 2112260"/>
                <a:gd name="connsiteY2" fmla="*/ 385689 h 2131927"/>
                <a:gd name="connsiteX3" fmla="*/ 736669 w 2112260"/>
                <a:gd name="connsiteY3" fmla="*/ 647870 h 2131927"/>
                <a:gd name="connsiteX4" fmla="*/ 1424862 w 2112260"/>
                <a:gd name="connsiteY4" fmla="*/ 647870 h 2131927"/>
                <a:gd name="connsiteX5" fmla="*/ 1424862 w 2112260"/>
                <a:gd name="connsiteY5" fmla="*/ 735255 h 2131927"/>
                <a:gd name="connsiteX6" fmla="*/ 478378 w 2112260"/>
                <a:gd name="connsiteY6" fmla="*/ 735255 h 2131927"/>
                <a:gd name="connsiteX7" fmla="*/ 48450 w 2112260"/>
                <a:gd name="connsiteY7" fmla="*/ 1084026 h 2131927"/>
                <a:gd name="connsiteX8" fmla="*/ 48450 w 2112260"/>
                <a:gd name="connsiteY8" fmla="*/ 1783157 h 2131927"/>
                <a:gd name="connsiteX9" fmla="*/ 414210 w 2112260"/>
                <a:gd name="connsiteY9" fmla="*/ 2131928 h 2131927"/>
                <a:gd name="connsiteX10" fmla="*/ 650837 w 2112260"/>
                <a:gd name="connsiteY10" fmla="*/ 2131928 h 2131927"/>
                <a:gd name="connsiteX11" fmla="*/ 650837 w 2112260"/>
                <a:gd name="connsiteY11" fmla="*/ 1817639 h 2131927"/>
                <a:gd name="connsiteX12" fmla="*/ 1080766 w 2112260"/>
                <a:gd name="connsiteY12" fmla="*/ 1390310 h 2131927"/>
                <a:gd name="connsiteX13" fmla="*/ 1768163 w 2112260"/>
                <a:gd name="connsiteY13" fmla="*/ 1390310 h 2131927"/>
                <a:gd name="connsiteX14" fmla="*/ 2112260 w 2112260"/>
                <a:gd name="connsiteY14" fmla="*/ 1040744 h 2131927"/>
                <a:gd name="connsiteX15" fmla="*/ 2112260 w 2112260"/>
                <a:gd name="connsiteY15" fmla="*/ 385664 h 2131927"/>
                <a:gd name="connsiteX16" fmla="*/ 1768163 w 2112260"/>
                <a:gd name="connsiteY16" fmla="*/ 28067 h 2131927"/>
                <a:gd name="connsiteX17" fmla="*/ 1409616 w 2112260"/>
                <a:gd name="connsiteY17" fmla="*/ 25 h 2131927"/>
                <a:gd name="connsiteX18" fmla="*/ 1037439 w 2112260"/>
                <a:gd name="connsiteY18" fmla="*/ 210868 h 2131927"/>
                <a:gd name="connsiteX19" fmla="*/ 1166572 w 2112260"/>
                <a:gd name="connsiteY19" fmla="*/ 342356 h 2131927"/>
                <a:gd name="connsiteX20" fmla="*/ 1037439 w 2112260"/>
                <a:gd name="connsiteY20" fmla="*/ 473049 h 2131927"/>
                <a:gd name="connsiteX21" fmla="*/ 908307 w 2112260"/>
                <a:gd name="connsiteY21" fmla="*/ 342356 h 2131927"/>
                <a:gd name="connsiteX22" fmla="*/ 1037439 w 2112260"/>
                <a:gd name="connsiteY22" fmla="*/ 210868 h 213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12260" h="2131927">
                  <a:moveTo>
                    <a:pt x="1409616" y="25"/>
                  </a:moveTo>
                  <a:cubicBezTo>
                    <a:pt x="1291957" y="564"/>
                    <a:pt x="1179611" y="10595"/>
                    <a:pt x="1080766" y="28093"/>
                  </a:cubicBezTo>
                  <a:cubicBezTo>
                    <a:pt x="789544" y="79534"/>
                    <a:pt x="736669" y="187161"/>
                    <a:pt x="736669" y="385689"/>
                  </a:cubicBezTo>
                  <a:lnTo>
                    <a:pt x="736669" y="647870"/>
                  </a:lnTo>
                  <a:lnTo>
                    <a:pt x="1424862" y="647870"/>
                  </a:lnTo>
                  <a:lnTo>
                    <a:pt x="1424862" y="735255"/>
                  </a:lnTo>
                  <a:lnTo>
                    <a:pt x="478378" y="735255"/>
                  </a:lnTo>
                  <a:cubicBezTo>
                    <a:pt x="278378" y="735255"/>
                    <a:pt x="103224" y="855429"/>
                    <a:pt x="48450" y="1084026"/>
                  </a:cubicBezTo>
                  <a:cubicBezTo>
                    <a:pt x="-14743" y="1346053"/>
                    <a:pt x="-17541" y="1509560"/>
                    <a:pt x="48450" y="1783157"/>
                  </a:cubicBezTo>
                  <a:cubicBezTo>
                    <a:pt x="97372" y="1986816"/>
                    <a:pt x="214210" y="2131928"/>
                    <a:pt x="414210" y="2131928"/>
                  </a:cubicBezTo>
                  <a:lnTo>
                    <a:pt x="650837" y="2131928"/>
                  </a:lnTo>
                  <a:lnTo>
                    <a:pt x="650837" y="1817639"/>
                  </a:lnTo>
                  <a:cubicBezTo>
                    <a:pt x="650837" y="1590582"/>
                    <a:pt x="847372" y="1390310"/>
                    <a:pt x="1080766" y="1390310"/>
                  </a:cubicBezTo>
                  <a:lnTo>
                    <a:pt x="1768163" y="1390310"/>
                  </a:lnTo>
                  <a:cubicBezTo>
                    <a:pt x="1959514" y="1390310"/>
                    <a:pt x="2112260" y="1232832"/>
                    <a:pt x="2112260" y="1040744"/>
                  </a:cubicBezTo>
                  <a:lnTo>
                    <a:pt x="2112260" y="385664"/>
                  </a:lnTo>
                  <a:cubicBezTo>
                    <a:pt x="2112260" y="199246"/>
                    <a:pt x="1954919" y="59188"/>
                    <a:pt x="1768163" y="28067"/>
                  </a:cubicBezTo>
                  <a:cubicBezTo>
                    <a:pt x="1649914" y="8415"/>
                    <a:pt x="1527275" y="-539"/>
                    <a:pt x="1409616" y="25"/>
                  </a:cubicBezTo>
                  <a:close/>
                  <a:moveTo>
                    <a:pt x="1037439" y="210868"/>
                  </a:moveTo>
                  <a:cubicBezTo>
                    <a:pt x="1108538" y="210868"/>
                    <a:pt x="1166572" y="269851"/>
                    <a:pt x="1166572" y="342356"/>
                  </a:cubicBezTo>
                  <a:cubicBezTo>
                    <a:pt x="1166572" y="414604"/>
                    <a:pt x="1108512" y="473049"/>
                    <a:pt x="1037439" y="473049"/>
                  </a:cubicBezTo>
                  <a:cubicBezTo>
                    <a:pt x="966109" y="473049"/>
                    <a:pt x="908307" y="414629"/>
                    <a:pt x="908307" y="342356"/>
                  </a:cubicBezTo>
                  <a:cubicBezTo>
                    <a:pt x="908307" y="269851"/>
                    <a:pt x="966109" y="210868"/>
                    <a:pt x="1037439" y="210868"/>
                  </a:cubicBezTo>
                  <a:close/>
                </a:path>
              </a:pathLst>
            </a:custGeom>
            <a:gradFill>
              <a:gsLst>
                <a:gs pos="100000">
                  <a:srgbClr val="0070C0"/>
                </a:gs>
                <a:gs pos="0">
                  <a:srgbClr val="18A49E"/>
                </a:gs>
              </a:gsLst>
              <a:lin ang="2700000" scaled="1"/>
            </a:gradFill>
            <a:ln w="25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Prostoročno: oblika 21">
              <a:extLst>
                <a:ext uri="{FF2B5EF4-FFF2-40B4-BE49-F238E27FC236}">
                  <a16:creationId xmlns:a16="http://schemas.microsoft.com/office/drawing/2014/main" id="{DCD59199-28D0-438F-9FA7-B04EFB381E9B}"/>
                </a:ext>
              </a:extLst>
            </p:cNvPr>
            <p:cNvSpPr/>
            <p:nvPr/>
          </p:nvSpPr>
          <p:spPr>
            <a:xfrm>
              <a:off x="5147071" y="238357"/>
              <a:ext cx="2116547" cy="2148235"/>
            </a:xfrm>
            <a:custGeom>
              <a:avLst/>
              <a:gdLst>
                <a:gd name="connsiteX0" fmla="*/ 1461423 w 2116547"/>
                <a:gd name="connsiteY0" fmla="*/ 0 h 2148235"/>
                <a:gd name="connsiteX1" fmla="*/ 1461423 w 2116547"/>
                <a:gd name="connsiteY1" fmla="*/ 305463 h 2148235"/>
                <a:gd name="connsiteX2" fmla="*/ 1031494 w 2116547"/>
                <a:gd name="connsiteY2" fmla="*/ 741618 h 2148235"/>
                <a:gd name="connsiteX3" fmla="*/ 344097 w 2116547"/>
                <a:gd name="connsiteY3" fmla="*/ 741618 h 2148235"/>
                <a:gd name="connsiteX4" fmla="*/ 0 w 2116547"/>
                <a:gd name="connsiteY4" fmla="*/ 1091184 h 2148235"/>
                <a:gd name="connsiteX5" fmla="*/ 0 w 2116547"/>
                <a:gd name="connsiteY5" fmla="*/ 1746213 h 2148235"/>
                <a:gd name="connsiteX6" fmla="*/ 344097 w 2116547"/>
                <a:gd name="connsiteY6" fmla="*/ 2095779 h 2148235"/>
                <a:gd name="connsiteX7" fmla="*/ 1031494 w 2116547"/>
                <a:gd name="connsiteY7" fmla="*/ 2095779 h 2148235"/>
                <a:gd name="connsiteX8" fmla="*/ 1375591 w 2116547"/>
                <a:gd name="connsiteY8" fmla="*/ 1746213 h 2148235"/>
                <a:gd name="connsiteX9" fmla="*/ 1375591 w 2116547"/>
                <a:gd name="connsiteY9" fmla="*/ 1484058 h 2148235"/>
                <a:gd name="connsiteX10" fmla="*/ 688194 w 2116547"/>
                <a:gd name="connsiteY10" fmla="*/ 1484058 h 2148235"/>
                <a:gd name="connsiteX11" fmla="*/ 688194 w 2116547"/>
                <a:gd name="connsiteY11" fmla="*/ 1396673 h 2148235"/>
                <a:gd name="connsiteX12" fmla="*/ 1719688 w 2116547"/>
                <a:gd name="connsiteY12" fmla="*/ 1396673 h 2148235"/>
                <a:gd name="connsiteX13" fmla="*/ 2063785 w 2116547"/>
                <a:gd name="connsiteY13" fmla="*/ 1047902 h 2148235"/>
                <a:gd name="connsiteX14" fmla="*/ 2063785 w 2116547"/>
                <a:gd name="connsiteY14" fmla="*/ 348770 h 2148235"/>
                <a:gd name="connsiteX15" fmla="*/ 1719688 w 2116547"/>
                <a:gd name="connsiteY15" fmla="*/ 0 h 2148235"/>
                <a:gd name="connsiteX16" fmla="*/ 1461423 w 2116547"/>
                <a:gd name="connsiteY16" fmla="*/ 0 h 2148235"/>
                <a:gd name="connsiteX17" fmla="*/ 1074795 w 2116547"/>
                <a:gd name="connsiteY17" fmla="*/ 1658828 h 2148235"/>
                <a:gd name="connsiteX18" fmla="*/ 1203928 w 2116547"/>
                <a:gd name="connsiteY18" fmla="*/ 1789521 h 2148235"/>
                <a:gd name="connsiteX19" fmla="*/ 1074795 w 2116547"/>
                <a:gd name="connsiteY19" fmla="*/ 1921009 h 2148235"/>
                <a:gd name="connsiteX20" fmla="*/ 945663 w 2116547"/>
                <a:gd name="connsiteY20" fmla="*/ 1789521 h 2148235"/>
                <a:gd name="connsiteX21" fmla="*/ 1074795 w 2116547"/>
                <a:gd name="connsiteY21" fmla="*/ 1658828 h 214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16547" h="2148235">
                  <a:moveTo>
                    <a:pt x="1461423" y="0"/>
                  </a:moveTo>
                  <a:lnTo>
                    <a:pt x="1461423" y="305463"/>
                  </a:lnTo>
                  <a:cubicBezTo>
                    <a:pt x="1461423" y="542295"/>
                    <a:pt x="1260550" y="741618"/>
                    <a:pt x="1031494" y="741618"/>
                  </a:cubicBezTo>
                  <a:lnTo>
                    <a:pt x="344097" y="741618"/>
                  </a:lnTo>
                  <a:cubicBezTo>
                    <a:pt x="155801" y="741618"/>
                    <a:pt x="0" y="902688"/>
                    <a:pt x="0" y="1091184"/>
                  </a:cubicBezTo>
                  <a:lnTo>
                    <a:pt x="0" y="1746213"/>
                  </a:lnTo>
                  <a:cubicBezTo>
                    <a:pt x="0" y="1932657"/>
                    <a:pt x="162166" y="2042311"/>
                    <a:pt x="344097" y="2095779"/>
                  </a:cubicBezTo>
                  <a:cubicBezTo>
                    <a:pt x="561936" y="2159817"/>
                    <a:pt x="770842" y="2171388"/>
                    <a:pt x="1031494" y="2095779"/>
                  </a:cubicBezTo>
                  <a:cubicBezTo>
                    <a:pt x="1204749" y="2045647"/>
                    <a:pt x="1375591" y="1944715"/>
                    <a:pt x="1375591" y="1746213"/>
                  </a:cubicBezTo>
                  <a:lnTo>
                    <a:pt x="1375591" y="1484058"/>
                  </a:lnTo>
                  <a:lnTo>
                    <a:pt x="688194" y="1484058"/>
                  </a:lnTo>
                  <a:lnTo>
                    <a:pt x="688194" y="1396673"/>
                  </a:lnTo>
                  <a:lnTo>
                    <a:pt x="1719688" y="1396673"/>
                  </a:lnTo>
                  <a:cubicBezTo>
                    <a:pt x="1919714" y="1396673"/>
                    <a:pt x="1994226" y="1257206"/>
                    <a:pt x="2063785" y="1047902"/>
                  </a:cubicBezTo>
                  <a:cubicBezTo>
                    <a:pt x="2135654" y="832441"/>
                    <a:pt x="2132599" y="625191"/>
                    <a:pt x="2063785" y="348770"/>
                  </a:cubicBezTo>
                  <a:cubicBezTo>
                    <a:pt x="2014350" y="149755"/>
                    <a:pt x="1919945" y="0"/>
                    <a:pt x="1719688" y="0"/>
                  </a:cubicBezTo>
                  <a:lnTo>
                    <a:pt x="1461423" y="0"/>
                  </a:lnTo>
                  <a:close/>
                  <a:moveTo>
                    <a:pt x="1074795" y="1658828"/>
                  </a:moveTo>
                  <a:cubicBezTo>
                    <a:pt x="1146125" y="1658828"/>
                    <a:pt x="1203928" y="1717247"/>
                    <a:pt x="1203928" y="1789521"/>
                  </a:cubicBezTo>
                  <a:cubicBezTo>
                    <a:pt x="1203928" y="1862025"/>
                    <a:pt x="1146125" y="1921009"/>
                    <a:pt x="1074795" y="1921009"/>
                  </a:cubicBezTo>
                  <a:cubicBezTo>
                    <a:pt x="1003697" y="1921009"/>
                    <a:pt x="945663" y="1862025"/>
                    <a:pt x="945663" y="1789521"/>
                  </a:cubicBezTo>
                  <a:cubicBezTo>
                    <a:pt x="945663" y="1717273"/>
                    <a:pt x="1003723" y="1658828"/>
                    <a:pt x="1074795" y="1658828"/>
                  </a:cubicBezTo>
                  <a:close/>
                </a:path>
              </a:pathLst>
            </a:custGeom>
            <a:gradFill>
              <a:gsLst>
                <a:gs pos="3000">
                  <a:srgbClr val="8CD24F"/>
                </a:gs>
                <a:gs pos="100000">
                  <a:srgbClr val="18A49E"/>
                </a:gs>
              </a:gsLst>
              <a:lin ang="2700000" scaled="1"/>
            </a:gradFill>
            <a:ln w="25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4" name="Pravokotnik: zaokroženi vogali 23">
            <a:extLst>
              <a:ext uri="{FF2B5EF4-FFF2-40B4-BE49-F238E27FC236}">
                <a16:creationId xmlns:a16="http://schemas.microsoft.com/office/drawing/2014/main" id="{29DEE8AA-6941-4430-87E7-04724323AF5B}"/>
              </a:ext>
            </a:extLst>
          </p:cNvPr>
          <p:cNvSpPr/>
          <p:nvPr/>
        </p:nvSpPr>
        <p:spPr>
          <a:xfrm>
            <a:off x="8380169" y="2698923"/>
            <a:ext cx="2035885" cy="1746271"/>
          </a:xfrm>
          <a:prstGeom prst="roundRect">
            <a:avLst>
              <a:gd name="adj" fmla="val 21145"/>
            </a:avLst>
          </a:prstGeom>
          <a:gradFill flip="none" rotWithShape="1">
            <a:gsLst>
              <a:gs pos="100000">
                <a:srgbClr val="09709C"/>
              </a:gs>
              <a:gs pos="0">
                <a:srgbClr val="18A49E"/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l-SI" sz="2400" b="1"/>
              <a:t>TUTORIAL</a:t>
            </a:r>
            <a:endParaRPr lang="en-GB" sz="2400" b="1" dirty="0"/>
          </a:p>
        </p:txBody>
      </p:sp>
      <p:pic>
        <p:nvPicPr>
          <p:cNvPr id="25" name="Slika 24">
            <a:extLst>
              <a:ext uri="{FF2B5EF4-FFF2-40B4-BE49-F238E27FC236}">
                <a16:creationId xmlns:a16="http://schemas.microsoft.com/office/drawing/2014/main" id="{A62E50DD-DA01-4DC3-83B2-C80287248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30" y="5360310"/>
            <a:ext cx="3708318" cy="12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70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03B9E926-25F9-4DD0-8C21-CCE5747B0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734" y="1061823"/>
            <a:ext cx="12304734" cy="579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99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 meri 6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81</Words>
  <Application>Microsoft Office PowerPoint</Application>
  <PresentationFormat>Širokozaslonsko</PresentationFormat>
  <Paragraphs>22</Paragraphs>
  <Slides>9</Slides>
  <Notes>2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9</vt:i4>
      </vt:variant>
    </vt:vector>
  </HeadingPairs>
  <TitlesOfParts>
    <vt:vector size="14" baseType="lpstr">
      <vt:lpstr>Arial</vt:lpstr>
      <vt:lpstr>Calibri</vt:lpstr>
      <vt:lpstr>Montserrat</vt:lpstr>
      <vt:lpstr>Montserrat Black</vt:lpstr>
      <vt:lpstr>Officeova tema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LLA</dc:title>
  <dc:creator>Bokal Gregor</dc:creator>
  <cp:lastModifiedBy>Bokal Gregor</cp:lastModifiedBy>
  <cp:revision>17</cp:revision>
  <dcterms:created xsi:type="dcterms:W3CDTF">2026-03-10T19:08:37Z</dcterms:created>
  <dcterms:modified xsi:type="dcterms:W3CDTF">2026-03-11T16:18:28Z</dcterms:modified>
</cp:coreProperties>
</file>